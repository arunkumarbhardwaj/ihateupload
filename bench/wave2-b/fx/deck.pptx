
<file path=[Content_Types].xml><?xml version="1.0" encoding="utf-8"?>
<Types xmlns="http://schemas.openxmlformats.org/package/2006/content-types"/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M"/>
  </p:sldMasterIdLst>
  <p:sldIdLst>
    <p:sldId id="256" r:id="rId1"/>
    <p:sldId id="257" r:id="rId2"/>
    <p:sldId id="258" r:id="rId3"/>
  </p:sldIdLst>
  <p:sldSz cx="12192000" cy="6858000"/>
</p:presentation>
</file>

<file path=ppt/_rels/presentation.xml.rels><Relationships xmlns="x"><Relationship Id="rId1" Target="slides/slide1.xml"/><Relationship Id="rId2" Target="slides/slide2.xml"/><Relationship Id="rId3" Target="slides/slide3.xml"/><Relationship Id="rM" Target="slideMasters/slideMaster1.xml"/></Relationships>
</file>

<file path=ppt/slideLayouts/_rels/slideLayout1.xml.rels><Relationships xmlns="x"><Relationship Id="m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/>
  </p:cSld>
</p:sldLayout>
</file>

<file path=ppt/slideMasters/_rels/slideMaster1.xml.rels><Relationships xmlns="x"><Relationship Id="t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sp>
        <p:nvSpPr>
          <p:cNvPr id="9" name="Band"/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" name="title"/>
          <p:cNvSpPr/>
          <p:nvPr>
            <p:ph type="title"/>
          </p:nvPr>
        </p:nvSpPr>
        <p:spPr>
          <a:xfrm>
            <a:off x="508000" y="381000"/>
            <a:ext cx="11176000" cy="1016000"/>
          </a:xfrm>
        </p:spPr>
      </p:sp>
      <p:sp>
        <p:nvSpPr>
          <p:cNvPr id="3" name="body"/>
          <p:cNvSpPr/>
          <p:nvPr>
            <p:ph type="body" idx="1"/>
          </p:nvPr>
        </p:nvSpPr>
        <p:spPr>
          <a:xfrm>
            <a:off x="508000" y="1651000"/>
            <a:ext cx="11176000" cy="4572000"/>
          </a:xfrm>
        </p:spPr>
      </p:sp>
    </p:spTree>
  </p:cSld>
  <p:txStyles>
    <p:titleStyle>
      <a:lvl1pPr algn="l">
        <a:defRPr sz="4000" b="1">
          <a:solidFill>
            <a:schemeClr val="tx2"/>
          </a:solidFill>
        </a:defRPr>
      </a:lvl1pPr>
    </p:titleStyle>
    <p:bodyStyle>
      <a:lvl1pPr>
        <a:buChar char="•"/>
        <a:defRPr sz="2400"/>
      </a:lvl1pPr>
      <a:lvl2pPr>
        <a:buChar char="–"/>
        <a:defRPr sz="2000"/>
      </a:lvl2pPr>
    </p:bodyStyle>
  </p:txStyles>
</p:sldMaster>
</file>

<file path=ppt/slides/_rels/slide1.xml.rels><Relationships xmlns="x"><Relationship Id="l" Target="../slideLayouts/slideLayout1.xml"/><Relationship Id="img1" Target="../media/pic.png"/></Relationships>
</file>

<file path=ppt/slides/_rels/slide2.xml.rels><Relationships xmlns="x"><Relationship Id="l" Target="../slideLayouts/slideLayout1.xml"/></Relationships>
</file>

<file path=ppt/slides/_rels/slide3.xml.rels><Relationships xmlns="x"><Relationship Id="l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6"/>
        </a:solidFill>
      </p:bgPr>
    </p:bg>
    <p:spTree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rPr lang="en"/>
              <a:t>Quarterly Review</a:t>
            </a:r>
          </a:p>
        </p:txBody>
      </p:sp>
      <p:sp>
        <p:nvSpPr>
          <p:cNvPr id="3" name="B"/>
          <p:cNvSpPr/>
          <p:nvPr>
            <p:ph type="body" idx="1"/>
          </p:nvPr>
        </p:nvSpPr>
        <p:spPr/>
        <p:txBody>
          <a:bodyPr/>
          <a:p>
            <a:r>
              <a:t>Revenue up 18 percent</a:t>
            </a:r>
          </a:p>
          <a:p>
            <a:pPr lvl="1"/>
            <a:r>
              <a:t>Driven by the new plan</a:t>
            </a:r>
          </a:p>
          <a:p>
            <a:r>
              <a:rPr b="1" i="1" sz="2000">
                <a:solidFill>
                  <a:srgbClr val="D61F3A"/>
                </a:solidFill>
              </a:rPr>
              <a:t>Bold red italic line</a:t>
            </a:r>
          </a:p>
        </p:txBody>
      </p:sp>
      <p:sp>
        <p:nvSpPr>
          <p:cNvPr id="4" name="Card"/>
          <p:cNvSpPr/>
          <p:nvPr/>
        </p:nvSpPr>
        <p:spPr>
          <a:xfrm>
            <a:off x="7620000" y="3810000"/>
            <a:ext cx="3302000" cy="1397000"/>
          </a:xfrm>
          <a:prstGeom prst="roundRect">
            <a:avLst/>
          </a:prstGeom>
          <a:solidFill>
            <a:srgbClr val="2563EB"/>
          </a:solidFill>
          <a:ln w="25400">
            <a:solidFill>
              <a:srgbClr val="1E3A8A"/>
            </a:solidFill>
          </a:ln>
        </p:spPr>
        <p:txBody>
          <a:bodyPr anchor="ctr"/>
          <a:p>
            <a:pPr algn="ctr"/>
            <a:r>
              <a:rPr lang="en-US" sz="2000" b="1">
                <a:solidFill>
                  <a:srgbClr val="FFFFFF"/>
                </a:solidFill>
              </a:rPr>
              <a:t>Centered label</a:t>
            </a:r>
          </a:p>
        </p:txBody>
      </p:sp>
      <p:sp>
        <p:nvSpPr>
          <p:cNvPr id="5" name="Dot"/>
          <p:cNvSpPr/>
          <p:nvPr/>
        </p:nvSpPr>
        <p:spPr>
          <a:xfrm>
            <a:off x="1270000" y="5080000"/>
            <a:ext cx="1016000" cy="1016000"/>
          </a:xfrm>
          <a:prstGeom prst="ellipse">
            <a:avLst/>
          </a:prstGeom>
          <a:solidFill>
            <a:srgbClr val="F97316"/>
          </a:solidFill>
          <a:ln w="25400">
            <a:solidFill>
              <a:srgbClr val="9A3412"/>
            </a:solidFill>
          </a:ln>
        </p:spPr>
      </p:sp>
      <p:pic>
        <p:nvPicPr>
          <p:cNvPr id="6" name="P"/>
          <p:cNvPicPr/>
          <p:nvPr/>
        </p:nvPicPr>
        <p:blipFill>
          <a:blip r:embed="img1"/>
        </p:blipFill>
        <p:spPr>
          <a:xfrm>
            <a:off x="3810000" y="4572000"/>
            <a:ext cx="2540000" cy="1524000"/>
          </a:xfr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rPr lang="en"/>
              <a:t>Shapes and lines</a:t>
            </a:r>
          </a:p>
        </p:txBody>
      </p:sp>
      <p:sp>
        <p:nvSpPr>
          <p:cNvPr id="3" name="R"/>
          <p:cNvSpPr/>
          <p:nvPr/>
        </p:nvSpPr>
        <p:spPr>
          <a:xfrm>
            <a:off x="762000" y="1905000"/>
            <a:ext cx="2540000" cy="152400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txBody>
          <a:bodyPr anchor="ctr"/>
          <a:p>
            <a:pPr algn="ctr"/>
            <a:r>
              <a:rPr lang="en-US" sz="1800">
                <a:solidFill>
                  <a:srgbClr val="1F2937"/>
                </a:solidFill>
              </a:rPr>
              <a:t>Rectangle</a:t>
            </a:r>
          </a:p>
        </p:txBody>
      </p:sp>
      <p:sp>
        <p:nvSpPr>
          <p:cNvPr id="4" name="RR"/>
          <p:cNvSpPr/>
          <p:nvPr/>
        </p:nvSpPr>
        <p:spPr>
          <a:xfrm>
            <a:off x="3810000" y="1905000"/>
            <a:ext cx="2540000" cy="15240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txBody>
          <a:bodyPr anchor="ctr"/>
          <a:p>
            <a:pPr algn="ctr"/>
            <a:r>
              <a:rPr lang="en-US" sz="1800">
                <a:solidFill>
                  <a:srgbClr val="1F2937"/>
                </a:solidFill>
              </a:rPr>
              <a:t>Rounded</a:t>
            </a:r>
          </a:p>
        </p:txBody>
      </p:sp>
      <p:sp>
        <p:nvSpPr>
          <p:cNvPr id="5" name="E"/>
          <p:cNvSpPr/>
          <p:nvPr/>
        </p:nvSpPr>
        <p:spPr>
          <a:xfrm>
            <a:off x="6858000" y="1905000"/>
            <a:ext cx="2540000" cy="1524000"/>
          </a:xfrm>
          <a:prstGeom prst="ellipse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txBody>
          <a:bodyPr anchor="ctr"/>
          <a:p>
            <a:pPr algn="ctr"/>
            <a:r>
              <a:rPr lang="en-US" sz="1800">
                <a:solidFill>
                  <a:srgbClr val="1F2937"/>
                </a:solidFill>
              </a:rPr>
              <a:t>Ellipse</a:t>
            </a:r>
          </a:p>
        </p:txBody>
      </p:sp>
      <p:cxnSp>
        <p:nvCxnSpPr>
          <p:cNvPr id="7" name="L"/>
          <p:cNvCxnSpPr/>
          <p:nvPr/>
        </p:nvCxnSpPr>
        <p:spPr>
          <a:xfrm>
            <a:off x="762000" y="4191000"/>
            <a:ext cx="8636000" cy="0"/>
          </a:xfrm>
          <a:prstGeom prst="line">
            <a:avLst/>
          </a:prstGeom>
          <a:ln w="38100">
            <a:solidFill>
              <a:srgbClr val="DC2626"/>
            </a:solidFill>
          </a:ln>
        </p:spPr>
      </p:cxnSp>
      <p:sp>
        <p:nvSpPr>
          <p:cNvPr id="8" name="tb"/>
          <p:cNvSpPr txBox="1"/>
          <p:nvPr/>
        </p:nvSpPr>
        <p:spPr>
          <a:xfrm>
            <a:off x="762000" y="4572000"/>
            <a:ext cx="8636000" cy="1270000"/>
          </a:xfrm>
        </p:spPr>
        <p:txBody>
          <a:bodyPr/>
          <a:p>
            <a:pPr algn="r"/>
            <a:r>
              <a:rPr sz="1600"/>
              <a:t>Right aligned text box, 16 pt.</a:t>
            </a:r>
          </a:p>
          <a:p>
            <a:pPr algn="ctr"/>
            <a:r>
              <a:rPr sz="1400" i="1"/>
              <a:t>Centered italic text box line.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</p:bgPr>
    </p:bg>
    <p:spTree>
      <p:sp>
        <p:nvSpPr>
          <p:cNvPr id="2" name="x"/>
          <p:cNvSpPr txBox="1"/>
          <p:nvPr/>
        </p:nvSpPr>
        <p:spPr>
          <a:xfrm>
            <a:off x="1016000" y="2540000"/>
            <a:ext cx="10160000" cy="1524000"/>
          </a:xfrm>
        </p:spPr>
        <p:txBody>
          <a:bodyPr anchor="ctr"/>
          <a:p>
            <a:pPr algn="ctr"/>
            <a:r>
              <a:rPr sz="4400" b="1">
                <a:solidFill>
                  <a:srgbClr val="FFFFFF"/>
                </a:solidFill>
              </a:rPr>
              <a:t>Thank you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>
  <a:themeElements>
    <a:clrScheme name="t">
      <a:dk1>
        <a:sysClr val="windowText" lastClr="000000"/>
      </a:dk1>
      <a:lt1>
        <a:sysClr val="window" lastClr="FFFFFF"/>
      </a:lt1>
      <a:dk2>
        <a:srgbClr val="1F2937"/>
      </a:dk2>
      <a:lt2>
        <a:srgbClr val="F3F4F6"/>
      </a:lt2>
      <a:accent1>
        <a:srgbClr val="2563EB"/>
      </a:accent1>
      <a:accent2>
        <a:srgbClr val="F97316"/>
      </a:accent2>
    </a:clrScheme>
  </a:themeElements>
</a:theme>
</file>